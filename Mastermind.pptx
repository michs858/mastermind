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5" r:id="rId7"/>
    <p:sldId id="266" r:id="rId8"/>
    <p:sldId id="267" r:id="rId9"/>
    <p:sldId id="268" r:id="rId10"/>
    <p:sldId id="261" r:id="rId11"/>
    <p:sldId id="269" r:id="rId12"/>
    <p:sldId id="270" r:id="rId13"/>
    <p:sldId id="26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8AB55-58CA-0B4E-84E0-CC135189A6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Mastermind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B0A7A08-ED34-A694-710E-09D69B1E1E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FirstCommit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7845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811DA-157B-0280-DA08-CDA8021C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Mastermind i min version?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C9C78638-6074-0F80-082B-CA0847742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709" y="2052619"/>
            <a:ext cx="5019408" cy="3997325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FD1CF23E-70BB-1C90-DE8C-DFCBA7AB9133}"/>
              </a:ext>
            </a:extLst>
          </p:cNvPr>
          <p:cNvSpPr txBox="1"/>
          <p:nvPr/>
        </p:nvSpPr>
        <p:spPr>
          <a:xfrm>
            <a:off x="6601968" y="2052619"/>
            <a:ext cx="41623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Gæt kode med 4 farver af 8 farver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Farver kan gå igen i koden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10 forsøg = maksimum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Highscore-liste er tilgængelig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5138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E2DE9-7F78-55BD-09E3-7E5BD943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Input/Output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60C2DBB-12FB-DCD3-3426-01D8A0644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3225" y="1885285"/>
            <a:ext cx="3543795" cy="924054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7CC1912F-3D35-45ED-08A9-EE00902B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982" y="1885285"/>
            <a:ext cx="3258005" cy="4908707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A6E1E6C2-6D22-18A5-794A-614036E688FF}"/>
              </a:ext>
            </a:extLst>
          </p:cNvPr>
          <p:cNvSpPr txBox="1"/>
          <p:nvPr/>
        </p:nvSpPr>
        <p:spPr>
          <a:xfrm>
            <a:off x="1993225" y="3429000"/>
            <a:ext cx="4004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Output fra gæt 1 + 2 viser at 3 farver er med i koden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Fra Gæt 1: 2 rigtige pladser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Fra Gæt 2: 1 forkert plads</a:t>
            </a:r>
          </a:p>
        </p:txBody>
      </p:sp>
    </p:spTree>
    <p:extLst>
      <p:ext uri="{BB962C8B-B14F-4D97-AF65-F5344CB8AC3E}">
        <p14:creationId xmlns:p14="http://schemas.microsoft.com/office/powerpoint/2010/main" val="316917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A6A89888-D44C-8E6C-C0BC-56D75741B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72" y="961422"/>
            <a:ext cx="6051804" cy="5091905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946703F4-6B9C-2F1C-F2F0-BAB6F3875F59}"/>
              </a:ext>
            </a:extLst>
          </p:cNvPr>
          <p:cNvSpPr txBox="1"/>
          <p:nvPr/>
        </p:nvSpPr>
        <p:spPr>
          <a:xfrm>
            <a:off x="3136392" y="219456"/>
            <a:ext cx="563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Kodestruktur</a:t>
            </a:r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07945E49-99B0-1F79-BE60-F3D8B4019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3" y="961422"/>
            <a:ext cx="4636007" cy="2353286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6D0156F9-ADCC-21CF-3B24-739A222568C6}"/>
              </a:ext>
            </a:extLst>
          </p:cNvPr>
          <p:cNvSpPr txBox="1"/>
          <p:nvPr/>
        </p:nvSpPr>
        <p:spPr>
          <a:xfrm>
            <a:off x="7287768" y="219456"/>
            <a:ext cx="2679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Sammenlign Gæt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0178B08-5C2C-86D0-F5E9-47FD6F209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3543293"/>
            <a:ext cx="4709160" cy="3314707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D410018D-3A2A-7668-B135-20AB2C19F7E1}"/>
              </a:ext>
            </a:extLst>
          </p:cNvPr>
          <p:cNvSpPr txBox="1"/>
          <p:nvPr/>
        </p:nvSpPr>
        <p:spPr>
          <a:xfrm>
            <a:off x="7123176" y="3314708"/>
            <a:ext cx="3044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Highscore</a:t>
            </a:r>
          </a:p>
        </p:txBody>
      </p:sp>
    </p:spTree>
    <p:extLst>
      <p:ext uri="{BB962C8B-B14F-4D97-AF65-F5344CB8AC3E}">
        <p14:creationId xmlns:p14="http://schemas.microsoft.com/office/powerpoint/2010/main" val="99106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971A1-5238-294A-B419-8C6CF147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Mine udfordringer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44A4AE-C822-DF17-2B49-BC572F55B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Debugging når jeg lavede nye filer – segmentering </a:t>
            </a:r>
          </a:p>
          <a:p>
            <a:r>
              <a:rPr lang="da-DK" dirty="0"/>
              <a:t>Regulere sværhedsgrad vha. feedback – regulere antal forsøg og feedback, så der er niveaudifferentiering i spillet</a:t>
            </a:r>
          </a:p>
          <a:p>
            <a:r>
              <a:rPr lang="da-DK" dirty="0"/>
              <a:t>GUI viser et område med fast højde, så man ikke kan se alle gæt, når man spiller på </a:t>
            </a:r>
            <a:r>
              <a:rPr lang="da-DK" dirty="0" err="1"/>
              <a:t>laptop</a:t>
            </a:r>
            <a:r>
              <a:rPr lang="da-DK" dirty="0"/>
              <a:t> -&gt; løsning: lave en scrollbar i </a:t>
            </a:r>
            <a:r>
              <a:rPr lang="da-DK" dirty="0" err="1"/>
              <a:t>Tkinter</a:t>
            </a:r>
            <a:r>
              <a:rPr lang="da-DK" dirty="0"/>
              <a:t>-version af Python (eksempel i næste slide)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5590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7A24A5-B852-C0E6-3C3F-FDC1DC621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GUI udfordring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06041F01-95B0-7BC6-4ADE-8998CBF92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1569051"/>
            <a:ext cx="7796212" cy="394037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9126453A-DBB6-7ABD-B63A-7CCA3A4FB763}"/>
              </a:ext>
            </a:extLst>
          </p:cNvPr>
          <p:cNvSpPr txBox="1"/>
          <p:nvPr/>
        </p:nvSpPr>
        <p:spPr>
          <a:xfrm>
            <a:off x="2724912" y="5715000"/>
            <a:ext cx="7845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Løsning blev at rykke gæt til højre og highscore til venstre.</a:t>
            </a:r>
          </a:p>
        </p:txBody>
      </p:sp>
    </p:spTree>
    <p:extLst>
      <p:ext uri="{BB962C8B-B14F-4D97-AF65-F5344CB8AC3E}">
        <p14:creationId xmlns:p14="http://schemas.microsoft.com/office/powerpoint/2010/main" val="215349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6B805-BD34-ECD2-547E-F3D6A794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Testning og overvejelser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B6F9E36-87B6-56DB-6E7B-B07DCBE78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Test: spil Mastermind på </a:t>
            </a:r>
            <a:r>
              <a:rPr lang="da-DK" dirty="0" err="1"/>
              <a:t>laptop</a:t>
            </a:r>
            <a:r>
              <a:rPr lang="da-DK" dirty="0"/>
              <a:t>. Er der stadig brug for scrollbar? Svaret var ja: Ved 10ende forsøg får man brug for den.</a:t>
            </a:r>
          </a:p>
          <a:p>
            <a:pPr marL="0" indent="0">
              <a:buNone/>
            </a:pPr>
            <a:r>
              <a:rPr lang="da-DK" dirty="0"/>
              <a:t>Idé til yderligere testning: teste spillet på </a:t>
            </a:r>
            <a:r>
              <a:rPr lang="da-DK" dirty="0" err="1"/>
              <a:t>MacOS</a:t>
            </a:r>
            <a:r>
              <a:rPr lang="da-DK" dirty="0"/>
              <a:t> computer.</a:t>
            </a:r>
          </a:p>
        </p:txBody>
      </p:sp>
    </p:spTree>
    <p:extLst>
      <p:ext uri="{BB962C8B-B14F-4D97-AF65-F5344CB8AC3E}">
        <p14:creationId xmlns:p14="http://schemas.microsoft.com/office/powerpoint/2010/main" val="388938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57414-AD5B-1A0E-9161-21FE6847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Udfordring med feedback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2E4512-1755-C434-998A-040535A3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da-DK" dirty="0"/>
              <a:t>I den første version af spillet havde jeg to typer feedback: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da-DK" dirty="0"/>
              <a:t>Farver på de rigtige pladser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da-DK" dirty="0"/>
              <a:t>Farver som var med i koden, men placeret forkert</a:t>
            </a:r>
          </a:p>
          <a:p>
            <a:pPr fontAlgn="t">
              <a:buNone/>
            </a:pPr>
            <a:r>
              <a:rPr lang="da-DK" dirty="0"/>
              <a:t>Det gjorde logikken mere kompleks, fordi programmet skulle holde styr på både placering og farver, uden at tælle samme farve flere gange.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1998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256AB-B10A-8649-0ED6-2F2E9B20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Løsning på feedback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C1CCF4C-F524-9236-9254-772FD5198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da-DK" dirty="0"/>
              <a:t>Jeg valgte at forenkle feedbacken til: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da-DK" dirty="0"/>
              <a:t>Rigtige pladser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da-DK" dirty="0"/>
              <a:t>Forkerte pladser</a:t>
            </a:r>
          </a:p>
          <a:p>
            <a:pPr fontAlgn="t">
              <a:buNone/>
            </a:pPr>
            <a:r>
              <a:rPr lang="da-DK" dirty="0"/>
              <a:t>På den måde blev spillet lettere at forstå for spilleren, og koden blev betydeligt simplere at programmere og vedligeholde.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7569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E2B1B-90C7-8431-FE86-6DA9F768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AC608C18-66B5-2BB1-7386-D5C0D6D67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1494" y="1456087"/>
            <a:ext cx="6858957" cy="3734321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3F97B9A7-B4F5-CF03-A73F-1805EBABFF19}"/>
              </a:ext>
            </a:extLst>
          </p:cNvPr>
          <p:cNvSpPr txBox="1"/>
          <p:nvPr/>
        </p:nvSpPr>
        <p:spPr>
          <a:xfrm>
            <a:off x="3161494" y="5513832"/>
            <a:ext cx="685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Spilleren har 10 </a:t>
            </a:r>
            <a:r>
              <a:rPr lang="da-DK" dirty="0" err="1"/>
              <a:t>fiorsøg</a:t>
            </a:r>
            <a:r>
              <a:rPr lang="da-DK" dirty="0"/>
              <a:t> til at gætte kode</a:t>
            </a:r>
          </a:p>
        </p:txBody>
      </p:sp>
    </p:spTree>
    <p:extLst>
      <p:ext uri="{BB962C8B-B14F-4D97-AF65-F5344CB8AC3E}">
        <p14:creationId xmlns:p14="http://schemas.microsoft.com/office/powerpoint/2010/main" val="283143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B3B1F-0B83-94B5-1E30-CF091465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9424C656-F8A4-E10F-4F44-00246017B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0797" y="1485629"/>
            <a:ext cx="4477375" cy="3886742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B62EF96F-88FB-62F8-20B8-34CA2248A026}"/>
              </a:ext>
            </a:extLst>
          </p:cNvPr>
          <p:cNvSpPr txBox="1"/>
          <p:nvPr/>
        </p:nvSpPr>
        <p:spPr>
          <a:xfrm>
            <a:off x="3145536" y="5696712"/>
            <a:ext cx="654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Feedback bruges til at forbedre næste gæt</a:t>
            </a:r>
          </a:p>
        </p:txBody>
      </p:sp>
    </p:spTree>
    <p:extLst>
      <p:ext uri="{BB962C8B-B14F-4D97-AF65-F5344CB8AC3E}">
        <p14:creationId xmlns:p14="http://schemas.microsoft.com/office/powerpoint/2010/main" val="170130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A77D8-6768-5126-AFF7-1608213C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 - slut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678FB57E-4021-09A5-F9AD-190EE46F0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9675" y="1430337"/>
            <a:ext cx="4854483" cy="3997325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CDAE0FE8-AC3A-301D-666D-79E102AD228A}"/>
              </a:ext>
            </a:extLst>
          </p:cNvPr>
          <p:cNvSpPr txBox="1"/>
          <p:nvPr/>
        </p:nvSpPr>
        <p:spPr>
          <a:xfrm>
            <a:off x="2377440" y="5632704"/>
            <a:ext cx="688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Alle pladser er korrekte i 6.forsøg og spillet afsluttes</a:t>
            </a:r>
          </a:p>
        </p:txBody>
      </p:sp>
    </p:spTree>
    <p:extLst>
      <p:ext uri="{BB962C8B-B14F-4D97-AF65-F5344CB8AC3E}">
        <p14:creationId xmlns:p14="http://schemas.microsoft.com/office/powerpoint/2010/main" val="52811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AEA27-5BED-7FF7-014B-98B0D5E1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8A9461-B635-70C8-35CF-F42D0FF2B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Hvad har jeg lært?</a:t>
            </a:r>
          </a:p>
          <a:p>
            <a:r>
              <a:rPr lang="da-DK" dirty="0"/>
              <a:t>Segmentering</a:t>
            </a:r>
          </a:p>
          <a:p>
            <a:r>
              <a:rPr lang="da-DK" dirty="0"/>
              <a:t>Feedbacklogik</a:t>
            </a:r>
          </a:p>
          <a:p>
            <a:r>
              <a:rPr lang="da-DK" dirty="0"/>
              <a:t>Grafik med </a:t>
            </a:r>
            <a:r>
              <a:rPr lang="da-DK" dirty="0" err="1"/>
              <a:t>Tkinter</a:t>
            </a:r>
            <a:r>
              <a:rPr lang="da-DK" dirty="0"/>
              <a:t> og Agent i VS Code</a:t>
            </a:r>
          </a:p>
          <a:p>
            <a:r>
              <a:rPr lang="da-DK" dirty="0"/>
              <a:t>Tilføje ændringer i VS Code og uploade til </a:t>
            </a:r>
            <a:r>
              <a:rPr lang="da-DK" dirty="0" err="1"/>
              <a:t>Github</a:t>
            </a:r>
            <a:r>
              <a:rPr lang="da-DK" dirty="0"/>
              <a:t> website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289B6C7-5F59-531A-D036-2000F2CB8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Det sværeste var at få feedback-logikken til at fungere korrekt. Det mest lærerige var at bygge en grafisk brugerflade i </a:t>
            </a:r>
            <a:r>
              <a:rPr lang="da-DK" dirty="0" err="1"/>
              <a:t>Tkinter</a:t>
            </a:r>
            <a:r>
              <a:rPr lang="da-DK" dirty="0"/>
              <a:t>, så spillet ikke kun kørte i konsollen.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7387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45B94-CFC3-95E9-5195-25EE1D29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Perspektiv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C063A5E-25A8-1705-172A-DA7B04827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Kunne ændre på </a:t>
            </a:r>
            <a:r>
              <a:rPr lang="da-DK" dirty="0" err="1"/>
              <a:t>incitamentstruktur</a:t>
            </a:r>
            <a:r>
              <a:rPr lang="da-DK" dirty="0"/>
              <a:t> i highscore-liste</a:t>
            </a:r>
          </a:p>
          <a:p>
            <a:r>
              <a:rPr lang="da-DK" dirty="0"/>
              <a:t>Lave en model for min arbejdsproces for at lære, </a:t>
            </a:r>
            <a:r>
              <a:rPr lang="da-DK" dirty="0" err="1"/>
              <a:t>hvor´dan</a:t>
            </a:r>
            <a:r>
              <a:rPr lang="da-DK" dirty="0"/>
              <a:t> jeg præsterer godt og hvor jeg </a:t>
            </a:r>
            <a:r>
              <a:rPr lang="da-DK"/>
              <a:t>skal forbedre mig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EC1A74F-13EB-87FF-C960-DFF4386C6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BD405637-39B9-C0D0-001A-9EC8AD4A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737" y="3660148"/>
            <a:ext cx="2543530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89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{831D12B2-E708-4CF0-AF77-F33B3D1988BE}TF37254b02-f5b5-44b0-803d-e6af9466a0243874d4e2-5ea5cf03186b</Template>
  <TotalTime>300</TotalTime>
  <Words>392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9" baseType="lpstr">
      <vt:lpstr>Arial</vt:lpstr>
      <vt:lpstr>MS Shell Dlg 2</vt:lpstr>
      <vt:lpstr>Wingdings</vt:lpstr>
      <vt:lpstr>Wingdings 3</vt:lpstr>
      <vt:lpstr>Madison</vt:lpstr>
      <vt:lpstr>Mastermind</vt:lpstr>
      <vt:lpstr>Hvad er Mastermind i min version?</vt:lpstr>
      <vt:lpstr>Input/Output</vt:lpstr>
      <vt:lpstr>PowerPoint-præsentation</vt:lpstr>
      <vt:lpstr>Mine udfordringer</vt:lpstr>
      <vt:lpstr>GUI udfordring</vt:lpstr>
      <vt:lpstr>Testning og overvejelser</vt:lpstr>
      <vt:lpstr>Udfordring med feedback</vt:lpstr>
      <vt:lpstr>Løsning på feedback</vt:lpstr>
      <vt:lpstr>Demo</vt:lpstr>
      <vt:lpstr>Demo</vt:lpstr>
      <vt:lpstr>Demo - slut</vt:lpstr>
      <vt:lpstr>Konklusion</vt:lpstr>
      <vt:lpstr>Perspektiv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Michala Hammer</dc:creator>
  <cp:lastModifiedBy>Michala Hammer</cp:lastModifiedBy>
  <cp:revision>19</cp:revision>
  <dcterms:created xsi:type="dcterms:W3CDTF">2026-10-08T12:58:34Z</dcterms:created>
  <dcterms:modified xsi:type="dcterms:W3CDTF">2026-10-12T11:00:30Z</dcterms:modified>
</cp:coreProperties>
</file>